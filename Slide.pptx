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12/4/2025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9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23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Tw Cen MT</vt:lpstr>
      <vt:lpstr>Tw Cen MT Condensed</vt:lpstr>
      <vt:lpstr>Wingdings 3</vt:lpstr>
      <vt:lpstr>Integral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2025-12-04T19:03:35Z</dcterms:created>
  <dcterms:modified xsi:type="dcterms:W3CDTF">2025-12-05T00:15:55Z</dcterms:modified>
</cp:coreProperties>
</file>